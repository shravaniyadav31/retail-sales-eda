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F3C7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Beauty</c:v>
                  </c:pt>
                  <c:pt idx="1">
                    <c:v>Clothing</c:v>
                  </c:pt>
                  <c:pt idx="2">
                    <c:v>Electronics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143500</c:v>
                </c:pt>
                <c:pt idx="1">
                  <c:v>155500</c:v>
                </c:pt>
                <c:pt idx="2">
                  <c:v>157000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F3C7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>
              <a:solidFill>
                <a:srgbClr val="EDEA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F3C7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51.1</c:v>
                </c:pt>
                <c:pt idx="1">
                  <c:v>48.9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96167"/>
            </a:solidFill>
            <a:ln w="34925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37000</c:v>
                </c:pt>
                <c:pt idx="1">
                  <c:v>44200</c:v>
                </c:pt>
                <c:pt idx="2">
                  <c:v>29000</c:v>
                </c:pt>
                <c:pt idx="3">
                  <c:v>34000</c:v>
                </c:pt>
                <c:pt idx="4">
                  <c:v>53000</c:v>
                </c:pt>
                <c:pt idx="5">
                  <c:v>36700</c:v>
                </c:pt>
                <c:pt idx="6">
                  <c:v>35500</c:v>
                </c:pt>
                <c:pt idx="7">
                  <c:v>37000</c:v>
                </c:pt>
                <c:pt idx="8">
                  <c:v>23500</c:v>
                </c:pt>
                <c:pt idx="9">
                  <c:v>46700</c:v>
                </c:pt>
                <c:pt idx="10">
                  <c:v>35000</c:v>
                </c:pt>
                <c:pt idx="11">
                  <c:v>44700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DEA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My name is Shravani Yadav, and today I am presenting my project on Exploratory Data Analysis of a Retail Sales Dataset. The main objective of this project is to analyze retail sales data and identify customer behavior, sales trends, and product performance using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contains 1000 retail transactions and includes information such as transaction date, customer ID, gender, age, product category, quantity purchased, price per unit, and total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I loaded the dataset using the Pandas library and explored its structure. I checked the dataset shape, data types, missing values, and duplicate records. The dataset was clean and did not contain any missing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I performed descriptive statistical analysis to understand the distribution of numerical variables such as age, quantity, price per unit, and total amount. This slide summarizes the overall approach I followed across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then analyzed sales across different product categories. This helped identify which categories generated higher revenue and contributed more to overall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that, I performed gender-based analysis to compare purchasing behavior between male and female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also analyzed the age distribution of customers to understand the primary customer groups making purchases.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time series analysis, I converted the date column into a datetime format and examined monthly sales trends. This helped visualize how sales changed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Additionally, I created a customer spending pattern visualization using a scatter plot to study the relationship between customer age and purchase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better understand relationships between variables, I generated a correlation heatmap. This provided insights into how numerical features are related to one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the analysis, I observed that customer demographics, product categories, and purchase quantities have a significant impact on sales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this project helped me gain practical experience in data cleaning, exploratory data analysis, data visualization, and extracting business insights from data. Thank you for watching my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2F3C7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2377440" cy="237744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713232" cy="71323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work/icons/b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818388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C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— EXPLORATORY DATA 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Customer Behaviour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Sales Performance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EDA project on a 1,000-transaction retail dataset, built with Python, Pandas, Seaborn and Matplotlib.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224528"/>
            <a:ext cx="50292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Shravani Yadav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626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· Data Analysis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a real-world style retail transactions dataset to uncover patterns in customer behaviour, sales trends, and product performance — using Python as the primary analytical tool.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wor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8712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7523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51560" y="303580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who is buying — by gender, age, and spending pattern.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47288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home/claude/wor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52958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410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51560" y="36941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revenue shifts across months of the year.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105656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home/claude/wor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18795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051560" y="43525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contribution across product categories.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715000" y="1371600"/>
            <a:ext cx="2880360" cy="3246120"/>
          </a:xfrm>
          <a:prstGeom prst="roundRect">
            <a:avLst>
              <a:gd name="adj" fmla="val 2540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98932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98932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98932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89320" y="2743200"/>
            <a:ext cx="2331720" cy="0"/>
          </a:xfrm>
          <a:prstGeom prst="line">
            <a:avLst/>
          </a:prstGeom>
          <a:noFill/>
          <a:ln w="12700">
            <a:solidFill>
              <a:srgbClr val="E3DCC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89320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59893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tracked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989320" y="37490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· Customer ID · Gender · Age · Category · Quantity · Price/Unit · Total Amount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the Data &amp; Checking Its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loaded with Pandas and inspected end-to-end before any analysis began — shape, data types, missing values, and duplicate records were all reviewed.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F7F4EF"/>
          </a:solidFill>
          <a:ln/>
        </p:spPr>
      </p:sp>
      <p:pic>
        <p:nvPicPr>
          <p:cNvPr id="6" name="Image 0" descr="/home/claude/work/icons/d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26174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532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28163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confirmed across 8 columns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F7F4EF"/>
          </a:solidFill>
          <a:ln/>
        </p:spPr>
      </p:sp>
      <p:pic>
        <p:nvPicPr>
          <p:cNvPr id="10" name="Image 1" descr="/home/claude/work/icons/tab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333070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88720" y="35295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validated against its expected type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F7F4EF"/>
          </a:solidFill>
          <a:ln/>
        </p:spPr>
      </p:sp>
      <p:pic>
        <p:nvPicPr>
          <p:cNvPr id="14" name="Image 2" descr="/home/claude/work/icons/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4043934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959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42428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none were found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715000" y="141732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3" descr="/home/claude/wor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181508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15000" y="23774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21" name="Text 15"/>
          <p:cNvSpPr/>
          <p:nvPr/>
        </p:nvSpPr>
        <p:spPr>
          <a:xfrm>
            <a:off x="5715000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9C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989320" y="35204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confirmed completely clean — no nulls, no duplicates — ready for direct analysis.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Business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43840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0112" y="165506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/home/claude/work/icons/lay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638" y="1745590"/>
            <a:ext cx="221285" cy="221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011680"/>
            <a:ext cx="2109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2350008"/>
            <a:ext cx="2109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types, nulls &amp; duplicates checked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2800" y="1508760"/>
            <a:ext cx="243840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17392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24272" y="165506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/home/claude/work/icons/tab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798" y="1745590"/>
            <a:ext cx="221285" cy="2212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7392" y="2011680"/>
            <a:ext cx="2109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7392" y="2350008"/>
            <a:ext cx="2109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of age, quantity, price, total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56960" y="1508760"/>
            <a:ext cx="243840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21552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28432" y="165506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2" descr="/home/claude/work/icons/b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958" y="1745590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1552" y="2011680"/>
            <a:ext cx="2109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21552" y="2350008"/>
            <a:ext cx="2109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compared across product categories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246120"/>
            <a:ext cx="243840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13232" y="3355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2420112" y="339242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3" descr="/home/claude/work/icons/gend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638" y="3482950"/>
            <a:ext cx="221285" cy="22128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" y="3749040"/>
            <a:ext cx="2109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13232" y="4087368"/>
            <a:ext cx="2109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behaviour by gender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52800" y="3246120"/>
            <a:ext cx="243840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3517392" y="3355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224272" y="339242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1" name="Image 4" descr="/home/claude/work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798" y="3482950"/>
            <a:ext cx="221285" cy="22128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517392" y="3749040"/>
            <a:ext cx="2109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517392" y="4087368"/>
            <a:ext cx="2109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primary customer age groups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56960" y="3246120"/>
            <a:ext cx="243840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321552" y="3355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028432" y="3392424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7" name="Image 5" descr="/home/claude/work/icons/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958" y="3482950"/>
            <a:ext cx="221285" cy="22128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321552" y="3749040"/>
            <a:ext cx="2109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Pattern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321552" y="4087368"/>
            <a:ext cx="2109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trend, spending pattern, correlations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CATEGORY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Product Category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716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1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~₹1.57L, closely followed by Clothing.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trails slightly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still contributes a substantial, comparable share.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GENDER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Gender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57800" y="141732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16276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1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0" y="205740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are almost evenly split between genders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51.1% Female vs. 48.9% Male.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balance suggests marketing and inventory strategies should serve both segments equally, rather than skewing toward one.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AGE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the Customers?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49240" cy="3268883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DEAE3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pic>
        <p:nvPicPr>
          <p:cNvPr id="5" name="Image 0" descr="/home/claude/work/images/his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074920" cy="29945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371600"/>
            <a:ext cx="2606040" cy="3268883"/>
          </a:xfrm>
          <a:prstGeom prst="roundRect">
            <a:avLst>
              <a:gd name="adj" fmla="val 2807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572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1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965960"/>
            <a:ext cx="2148840" cy="299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span ages 18–64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evenly, with no single age group dominating.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counts appear among young adults (20s) and customers in their late 50s–60s.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TIME SERIES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716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1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May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(~₹53K) and rebound again in October.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dips sharply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year's lowest point (~₹23.5K), suggesting a seasonal lull worth planning around.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SPENDING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Spending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49240" cy="3349310"/>
          </a:xfrm>
          <a:prstGeom prst="roundRect">
            <a:avLst>
              <a:gd name="adj" fmla="val 1638"/>
            </a:avLst>
          </a:prstGeom>
          <a:solidFill>
            <a:srgbClr val="FFFFFF"/>
          </a:solidFill>
          <a:ln w="12700">
            <a:solidFill>
              <a:srgbClr val="EDEAE3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pic>
        <p:nvPicPr>
          <p:cNvPr id="5" name="Image 0" descr="/home/claude/work/images/scatt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074920" cy="30749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371600"/>
            <a:ext cx="2606040" cy="3349310"/>
          </a:xfrm>
          <a:prstGeom prst="roundRect">
            <a:avLst>
              <a:gd name="adj" fmla="val 2807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572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1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965960"/>
            <a:ext cx="2148840" cy="3074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clusters into fixed price bands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(₹2000, ₹1500, ₹1200, etc.) rather than rising smoothly with age.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product price points — not customer age — as the main driver of transaction value.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CORRELATION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Numbers Relate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49240" cy="3617797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12700">
            <a:solidFill>
              <a:srgbClr val="EDEAE3"/>
            </a:solidFill>
            <a:prstDash val="solid"/>
          </a:ln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pic>
        <p:nvPicPr>
          <p:cNvPr id="5" name="Image 0" descr="/home/claude/work/images/heatma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074920" cy="33434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371600"/>
            <a:ext cx="2606040" cy="3617797"/>
          </a:xfrm>
          <a:prstGeom prst="roundRect">
            <a:avLst>
              <a:gd name="adj" fmla="val 2807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572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1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3640" y="1965960"/>
            <a:ext cx="2148840" cy="334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↔ Total Amount: 0.85 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price is the strongest driver of transaction value.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2000"/>
              </a:lnSpc>
              <a:buNone/>
            </a:pPr>
            <a:r>
              <a:rPr lang="en-US" sz="108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↔ Total Amount: 0.37 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moderate, secondary effect.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shows almost no correlation with spend.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work/icons/gen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7922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Audience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993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nearly even (51.1% F / 48.9% M) — design for both.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46304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6636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work/icons/ba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17922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52160" y="1993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Clothing generate the most revenue, Beauty close behind.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work/icons/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295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Over Volume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7307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(0.85) drives revenue far more than quantity (0.37).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37760" y="320040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127000" dist="38100" dir="5400000">
              <a:srgbClr val="1A1A2E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66360" y="3429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work/icon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35295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Swings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852160" y="37307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May and dip sharply in September — plan inventory around it.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2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926080"/>
            <a:ext cx="4023360" cy="4023360"/>
          </a:xfrm>
          <a:prstGeom prst="ellipse">
            <a:avLst/>
          </a:prstGeom>
          <a:solidFill>
            <a:srgbClr val="2F3C7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1371600"/>
            <a:ext cx="2926080" cy="2926080"/>
          </a:xfrm>
          <a:prstGeom prst="ellipse">
            <a:avLst/>
          </a:prstGeom>
          <a:solidFill>
            <a:srgbClr val="F96167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Built Through This Project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28800" cy="1783080"/>
          </a:xfrm>
          <a:prstGeom prst="roundRect">
            <a:avLst>
              <a:gd name="adj" fmla="val 3590"/>
            </a:avLst>
          </a:prstGeom>
          <a:solidFill>
            <a:srgbClr val="2F3C7E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8928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/home/claude/work/icons/lay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1995678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295351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structure, types &amp; quality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42032" y="1691640"/>
            <a:ext cx="1828800" cy="1783080"/>
          </a:xfrm>
          <a:prstGeom prst="roundRect">
            <a:avLst>
              <a:gd name="adj" fmla="val 3590"/>
            </a:avLst>
          </a:prstGeom>
          <a:solidFill>
            <a:srgbClr val="2F3C7E">
              <a:alpha val="8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227832" y="18928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/home/claude/work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702" y="199567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33472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51760" y="295351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trends within raw data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35424" y="1691640"/>
            <a:ext cx="1828800" cy="1783080"/>
          </a:xfrm>
          <a:prstGeom prst="roundRect">
            <a:avLst>
              <a:gd name="adj" fmla="val 3590"/>
            </a:avLst>
          </a:prstGeom>
          <a:solidFill>
            <a:srgbClr val="2F3C7E">
              <a:alpha val="8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221224" y="18928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/home/claude/work/icons/b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094" y="1995678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26864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645152" y="295351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numbers into clear visuals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528816" y="1691640"/>
            <a:ext cx="1828800" cy="1783080"/>
          </a:xfrm>
          <a:prstGeom prst="roundRect">
            <a:avLst>
              <a:gd name="adj" fmla="val 3590"/>
            </a:avLst>
          </a:prstGeom>
          <a:solidFill>
            <a:srgbClr val="2F3C7E">
              <a:alpha val="8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7214616" y="18928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3" descr="/home/claude/work/icons/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486" y="1995678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0256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638544" y="295351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7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findings into decisions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8046720" cy="0"/>
          </a:xfrm>
          <a:prstGeom prst="line">
            <a:avLst/>
          </a:prstGeom>
          <a:noFill/>
          <a:ln w="9525">
            <a:solidFill>
              <a:srgbClr val="414B8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548640" y="4681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 Yadav  ·  Retail Sales EDA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EDA</dc:title>
  <dc:subject>PptxGenJS Presentation</dc:subject>
  <dc:creator>Shravani Yadav</dc:creator>
  <cp:lastModifiedBy>Shravani Yadav</cp:lastModifiedBy>
  <cp:revision>1</cp:revision>
  <dcterms:created xsi:type="dcterms:W3CDTF">2026-06-16T07:44:53Z</dcterms:created>
  <dcterms:modified xsi:type="dcterms:W3CDTF">2026-06-16T07:44:53Z</dcterms:modified>
</cp:coreProperties>
</file>